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Veille Technologique : Willow, l'Ordinateur Quantique de Google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Décembre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à l'Informatique Quantique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Fonctionnement basé sur les qubits (0, 1, ou superposition des deux).</a:t>
            </a:r>
          </a:p>
          <a:p>
            <a:r>
              <a:t>- Applications prometteuses dans la science, la finance et la logistique.</a:t>
            </a:r>
          </a:p>
          <a:p>
            <a:r>
              <a:t>- Objectif : résoudre des problèmes complexes hors de portée des ordinateurs classiques.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Présentation de Willow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Dernière innovation de Google dans l'informatique quantique.</a:t>
            </a:r>
          </a:p>
          <a:p>
            <a:r>
              <a:t>- Processeur de 105 qubits, successeur de Sycamore (53 qubits, 2019).</a:t>
            </a:r>
          </a:p>
          <a:p>
            <a:r>
              <a:t>- Réduction exponentielle des erreurs grâce à des grilles de qubits améliorées.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Performances de Willow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Réalise en secondes des calculs nécessitant des décennies sur les superordinateurs classiques.</a:t>
            </a:r>
          </a:p>
          <a:p>
            <a:r>
              <a:t>- Apte à traiter des problèmes scientifiques, environnementaux, et industriels complexes.</a:t>
            </a:r>
          </a:p>
          <a:p>
            <a:r>
              <a:t>- Amélioration continue du taux d'erreur avec l'ajout de qubits.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Défis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Défis : décohérence, correction d'erreurs, et stabilité des qubits.</a:t>
            </a:r>
          </a:p>
          <a:p>
            <a:r>
              <a:t>- Perspectives : révolution dans la cryptographie, la simulation moléculaire, et l'optimisation.</a:t>
            </a:r>
          </a:p>
          <a:p>
            <a:r>
              <a:t>- Vision : rendre l'informatique quantique accessible et économiquement viable.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Willow marque une étape importante pour Google et l'écosystème quantique.</a:t>
            </a:r>
          </a:p>
          <a:p>
            <a:r>
              <a:t>- Cette technologie promet de transformer plusieurs secteurs industriels.</a:t>
            </a:r>
          </a:p>
          <a:p>
            <a:r>
              <a:t>- Malgré les défis, l'avenir de l'informatique quantique s'annonce révolutionnaire.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